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Chamados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81</c:v>
                </c:pt>
                <c:pt idx="1">
                  <c:v>68</c:v>
                </c:pt>
                <c:pt idx="2">
                  <c:v>84</c:v>
                </c:pt>
                <c:pt idx="3">
                  <c:v>73</c:v>
                </c:pt>
                <c:pt idx="4">
                  <c:v>97</c:v>
                </c:pt>
                <c:pt idx="5">
                  <c:v>103</c:v>
                </c:pt>
                <c:pt idx="6">
                  <c:v>65</c:v>
                </c:pt>
                <c:pt idx="7">
                  <c:v>86</c:v>
                </c:pt>
                <c:pt idx="8">
                  <c:v>106</c:v>
                </c:pt>
                <c:pt idx="9">
                  <c:v>81</c:v>
                </c:pt>
                <c:pt idx="10">
                  <c:v>45</c:v>
                </c:pt>
                <c:pt idx="1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AA-4C79-ADB9-1C86E8F54B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Chamados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Suporte - Field - Visita Periódica - Visitar</c:v>
                </c:pt>
                <c:pt idx="1">
                  <c:v>Suporte - Sistemas - Sistema Específico - Cadastrar</c:v>
                </c:pt>
                <c:pt idx="2">
                  <c:v>Suporte - Hardware - Impressora - Manutenção</c:v>
                </c:pt>
                <c:pt idx="3">
                  <c:v>Suporte - Sistemas - Spincare - Configurar</c:v>
                </c:pt>
                <c:pt idx="4">
                  <c:v>Suporte - Hardware - Impressora - Erro</c:v>
                </c:pt>
                <c:pt idx="5">
                  <c:v>Suporte - Comercial - Orçamento - Orçar</c:v>
                </c:pt>
                <c:pt idx="6">
                  <c:v>Suporte - Cloud - Câmeras - Verificar</c:v>
                </c:pt>
                <c:pt idx="7">
                  <c:v>Suporte - Hardware - Impressora - Suprimento - Cartucho - Solicitar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133</c:v>
                </c:pt>
                <c:pt idx="1">
                  <c:v>96</c:v>
                </c:pt>
                <c:pt idx="2">
                  <c:v>67</c:v>
                </c:pt>
                <c:pt idx="3">
                  <c:v>44</c:v>
                </c:pt>
                <c:pt idx="4">
                  <c:v>38</c:v>
                </c:pt>
                <c:pt idx="5">
                  <c:v>30</c:v>
                </c:pt>
                <c:pt idx="6">
                  <c:v>26</c:v>
                </c:pt>
                <c:pt idx="7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C2-4FDE-AE32-288DBC567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Atendimentos de Informática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Relatório anual – Samuel Lacerda</a:t>
            </a:r>
          </a:p>
          <a:p>
            <a:endParaRPr/>
          </a:p>
          <a:p>
            <a:pPr>
              <a:defRPr sz="1400"/>
            </a:pPr>
            <a:r>
              <a:t>Total de chamados: 937 | Resolvidos: 934 (99.7%)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Executivo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Chamados registrados em 2025: 937</a:t>
            </a:r>
          </a:p>
          <a:p>
            <a:r>
              <a:t>Resolvidos: 934 (99.7%) | Cancelados: 3</a:t>
            </a:r>
          </a:p>
          <a:p>
            <a:r>
              <a:t>Horas tarifadas totais: 101.0 h | média por chamado: 6.5 min</a:t>
            </a:r>
          </a:p>
          <a:p>
            <a:r>
              <a:t>Tempo médio de resolução: 10.3 h | mediana: 0.0 h</a:t>
            </a:r>
          </a:p>
          <a:p>
            <a:r>
              <a:t>Concluídos no mesmo dia: 95.2% | em até 4h: 89.3%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Distribuição mensal de chamados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8 assuntos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64592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e 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Taxa de resolução: 99.7% ( 934 de 937 )</a:t>
            </a:r>
          </a:p>
          <a:p>
            <a:r>
              <a:t>Média de tempo de resolução: 10.3 h | Mediana: 0.0 h</a:t>
            </a:r>
          </a:p>
          <a:p>
            <a:r>
              <a:t>Chamados cancelados representam menos de 1% do total</a:t>
            </a:r>
          </a:p>
          <a:p>
            <a:r>
              <a:t>Tendência: maioria concluída no mesmo dia (mediana 0h)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134</Words>
  <Application>Microsoft Office PowerPoint</Application>
  <PresentationFormat>Apresentação na tela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Atendimentos de Informática 2025</vt:lpstr>
      <vt:lpstr>Resumo Executivo</vt:lpstr>
      <vt:lpstr>Distribuição mensal de chamados</vt:lpstr>
      <vt:lpstr>Top 8 assuntos</vt:lpstr>
      <vt:lpstr>Status e SLA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Lacerda</cp:lastModifiedBy>
  <cp:revision>2</cp:revision>
  <dcterms:created xsi:type="dcterms:W3CDTF">2013-01-27T09:14:16Z</dcterms:created>
  <dcterms:modified xsi:type="dcterms:W3CDTF">2026-01-15T17:34:24Z</dcterms:modified>
  <cp:category/>
</cp:coreProperties>
</file>