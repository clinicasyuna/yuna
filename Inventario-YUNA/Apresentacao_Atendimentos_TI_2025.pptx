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Chamados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81</c:v>
                </c:pt>
                <c:pt idx="1">
                  <c:v>68</c:v>
                </c:pt>
                <c:pt idx="2">
                  <c:v>84</c:v>
                </c:pt>
                <c:pt idx="3">
                  <c:v>73</c:v>
                </c:pt>
                <c:pt idx="4">
                  <c:v>97</c:v>
                </c:pt>
                <c:pt idx="5">
                  <c:v>103</c:v>
                </c:pt>
                <c:pt idx="6">
                  <c:v>65</c:v>
                </c:pt>
                <c:pt idx="7">
                  <c:v>86</c:v>
                </c:pt>
                <c:pt idx="8">
                  <c:v>106</c:v>
                </c:pt>
                <c:pt idx="9">
                  <c:v>81</c:v>
                </c:pt>
                <c:pt idx="10">
                  <c:v>45</c:v>
                </c:pt>
                <c:pt idx="11">
                  <c:v>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Chamados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Suporte - Field - Visita Periódica - Visitar</c:v>
                </c:pt>
                <c:pt idx="1">
                  <c:v>Suporte - Sistemas - Sistema Específico - Cadastrar</c:v>
                </c:pt>
                <c:pt idx="2">
                  <c:v>Suporte - Hardware - Impressora - Manutenção</c:v>
                </c:pt>
                <c:pt idx="3">
                  <c:v>Suporte - Sistemas - Spincare - Configurar</c:v>
                </c:pt>
                <c:pt idx="4">
                  <c:v>Suporte - Hardware - Impressora - Erro</c:v>
                </c:pt>
                <c:pt idx="5">
                  <c:v>Suporte - Comercial - Orçamento - Orçar</c:v>
                </c:pt>
                <c:pt idx="6">
                  <c:v>Suporte - Cloud - Câmeras - Verificar</c:v>
                </c:pt>
                <c:pt idx="7">
                  <c:v>Suporte - Hardware - Impressora - Suprimento - Cartucho - Solicitar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133</c:v>
                </c:pt>
                <c:pt idx="1">
                  <c:v>96</c:v>
                </c:pt>
                <c:pt idx="2">
                  <c:v>67</c:v>
                </c:pt>
                <c:pt idx="3">
                  <c:v>44</c:v>
                </c:pt>
                <c:pt idx="4">
                  <c:v>38</c:v>
                </c:pt>
                <c:pt idx="5">
                  <c:v>30</c:v>
                </c:pt>
                <c:pt idx="6">
                  <c:v>26</c:v>
                </c:pt>
                <c:pt idx="7">
                  <c:v>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Atendimentos de Informática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Relatório anual – Samuel Lacerda</a:t>
            </a:r>
          </a:p>
          <a:p/>
          <a:p>
            <a:pPr>
              <a:defRPr sz="1400"/>
            </a:pPr>
            <a:r>
              <a:t>Total de chamados: 937 | Resolvidos: 934 (99.7%)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 Executivo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Chamados registrados em 2025: 937</a:t>
            </a:r>
          </a:p>
          <a:p>
            <a:pPr/>
            <a:r>
              <a:t>Resolvidos: 934 (99.7%) | Cancelados: 3</a:t>
            </a:r>
          </a:p>
          <a:p>
            <a:pPr/>
            <a:r>
              <a:t>Horas tarifadas totais: 101.0 h | média por chamado: 6.5 min</a:t>
            </a:r>
          </a:p>
          <a:p>
            <a:pPr/>
            <a:r>
              <a:t>Tempo médio de resolução: 10.3 h | mediana: 0.0 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Distribuição mensal de chamados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8 assuntos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 e SLA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Taxa de resolução: 99.7% ( 934 de 937 )</a:t>
            </a:r>
          </a:p>
          <a:p>
            <a:pPr/>
            <a:r>
              <a:t>Média de tempo de resolução: 10.3 h | Mediana: 0.0 h</a:t>
            </a:r>
          </a:p>
          <a:p>
            <a:pPr/>
            <a:r>
              <a:t>Chamados cancelados representam menos de 1% do total</a:t>
            </a:r>
          </a:p>
          <a:p>
            <a:pPr/>
            <a:r>
              <a:t>Tendência: maioria concluída no mesmo dia (mediana 0h)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 sugeridos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Destacar boas práticas que reduziram o tempo médio de resolução</a:t>
            </a:r>
          </a:p>
          <a:p>
            <a:pPr/>
            <a:r>
              <a:t>Priorizar itens recorrentes dos Top 8 assuntos com playbooks rápidos</a:t>
            </a:r>
          </a:p>
          <a:p>
            <a:pPr/>
            <a:r>
              <a:t>Refinar coleta de tempo real de atendimento para ajustar SLAs</a:t>
            </a:r>
          </a:p>
          <a:p>
            <a:pPr/>
            <a:r>
              <a:t>Monitorar sazonalidade mensal para planejar capacidade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