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Chamados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81</c:v>
                </c:pt>
                <c:pt idx="1">
                  <c:v>68</c:v>
                </c:pt>
                <c:pt idx="2">
                  <c:v>84</c:v>
                </c:pt>
                <c:pt idx="3">
                  <c:v>73</c:v>
                </c:pt>
                <c:pt idx="4">
                  <c:v>97</c:v>
                </c:pt>
                <c:pt idx="5">
                  <c:v>103</c:v>
                </c:pt>
                <c:pt idx="6">
                  <c:v>65</c:v>
                </c:pt>
                <c:pt idx="7">
                  <c:v>86</c:v>
                </c:pt>
                <c:pt idx="8">
                  <c:v>106</c:v>
                </c:pt>
                <c:pt idx="9">
                  <c:v>81</c:v>
                </c:pt>
                <c:pt idx="10">
                  <c:v>45</c:v>
                </c:pt>
                <c:pt idx="11">
                  <c:v>48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Chamados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Suporte - Field - Visita Periódica - Visitar</c:v>
                </c:pt>
                <c:pt idx="1">
                  <c:v>Suporte - Sistemas - Sistema Específico - Cadastrar</c:v>
                </c:pt>
                <c:pt idx="2">
                  <c:v>Suporte - Hardware - Impressora - Manutenção</c:v>
                </c:pt>
                <c:pt idx="3">
                  <c:v>Suporte - Sistemas - Spincare - Configurar</c:v>
                </c:pt>
                <c:pt idx="4">
                  <c:v>Suporte - Hardware - Impressora - Erro</c:v>
                </c:pt>
                <c:pt idx="5">
                  <c:v>Suporte - Comercial - Orçamento - Orçar</c:v>
                </c:pt>
                <c:pt idx="6">
                  <c:v>Suporte - Cloud - Câmeras - Verificar</c:v>
                </c:pt>
                <c:pt idx="7">
                  <c:v>Suporte - Hardware - Impressora - Suprimento - Cartucho - Solicitar</c:v>
                </c:pt>
                <c:pt idx="8">
                  <c:v>Suporte - E-mail - Conta de E-mail - Resetar Senha</c:v>
                </c:pt>
                <c:pt idx="9">
                  <c:v>Suporte - Redes - Active Directory - Usuário / Grupo - Desativar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133</c:v>
                </c:pt>
                <c:pt idx="1">
                  <c:v>96</c:v>
                </c:pt>
                <c:pt idx="2">
                  <c:v>67</c:v>
                </c:pt>
                <c:pt idx="3">
                  <c:v>44</c:v>
                </c:pt>
                <c:pt idx="4">
                  <c:v>38</c:v>
                </c:pt>
                <c:pt idx="5">
                  <c:v>30</c:v>
                </c:pt>
                <c:pt idx="6">
                  <c:v>26</c:v>
                </c:pt>
                <c:pt idx="7">
                  <c:v>23</c:v>
                </c:pt>
                <c:pt idx="8">
                  <c:v>21</c:v>
                </c:pt>
                <c:pt idx="9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Chamados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Cliente Residente</c:v>
                </c:pt>
                <c:pt idx="1">
                  <c:v>Cliente Onsite</c:v>
                </c:pt>
                <c:pt idx="2">
                  <c:v>Acesso Remoto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514</c:v>
                </c:pt>
                <c:pt idx="1">
                  <c:v>406</c:v>
                </c:pt>
                <c:pt idx="2">
                  <c:v>17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Chamados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Samuel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937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Chamados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Resolvido</c:v>
                </c:pt>
                <c:pt idx="1">
                  <c:v>Cancelado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934</c:v>
                </c:pt>
                <c:pt idx="1">
                  <c:v>3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Atendimentos de Informática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Relatório anual – Samuel Lacerda</a:t>
            </a:r>
          </a:p>
          <a:p/>
          <a:p>
            <a:pPr>
              <a:defRPr sz="1400"/>
            </a:pPr>
            <a:r>
              <a:t>Total de chamados: 937 | Resolvidos: 934 (99.7%)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Resumo Executivo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Chamados registrados em 2025: 937</a:t>
            </a:r>
          </a:p>
          <a:p>
            <a:pPr/>
            <a:r>
              <a:t>Resolvidos: 934 (99.7%) | Cancelados: 3</a:t>
            </a:r>
          </a:p>
          <a:p>
            <a:pPr/>
            <a:r>
              <a:t>Horas tarifadas totais: 101.0 h | média por chamado: 6.5 min</a:t>
            </a:r>
          </a:p>
          <a:p>
            <a:pPr/>
            <a:r>
              <a:t>Tempo médio de resolução: 10.3 h | mediana: 0.0 h</a:t>
            </a:r>
          </a:p>
          <a:p>
            <a:pPr/>
            <a:r>
              <a:t>Concluídos no mesmo dia: 95.2% | em até 4h: 89.3%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Distribuição mensal de chamados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64592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assuntos mais solicitados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Suporte - Field - Visita Periódica - Visitar (133 chamados)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Efetuar verificação do ambiente de tecnologia da YUNA.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Suporte - Sistemas - Sistema Específico - Cadastrar (96 chamados)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Criação de login para sistema SPINCARE para médica.Nome: Leticia Mei Satomi HoribeRG: 37.930.273-1 CPF: 425.804.258-70 CRM: 249264DN: 16/03/1997Endereço: rua aureliano coutinho, 136 apt 406BCep: 01224020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Suporte - Hardware - Impressora - Manutenção (67 chamados)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Colaborador Marcelo da equipe assistencial informou que a impressora esta apresentando falhas na impressão, solicita verificação.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Suporte - Sistemas - Spincare - Configurar (44 chamados)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Equipe da recepção esta com problema para acessar ocupação de leitos dentro do sistema SPINCARE, solicita verificação e resolução.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Suporte - Hardware - Impressora - Erro (38 chamados)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Colaboradora Alyssandra solicita verificar a impressora da Reab, informa que a mesma não esta imprimindo.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Suporte - Comercial - Orçamento - Orçar (30 chamados)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Efetuar orçamento de certificado digital para YUNA.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Suporte - Cloud - Câmeras - Verificar (26 chamados)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Samuel, boa tarde!Tudo bem?Solicito imagens da câmera de segurança do corredor do 1º andar, em frente ao leito 102, de todos os ângulos, por favor. Data: 13/11/2025 Horário: 03:00 às 6h Atenciosamente, --                        Caroline Chinaglia       Supervisora Administrativa Hospitalidade e Hotelaria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Suporte - Hardware - Impressora - Suprimento - Cartucho - Solicitar (23 chamados)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Equipe de enfermagem solicita verificação da impressora do 2º andar, a mesma esta falhando nas impressões.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Suporte - E-mail - Conta de E-mail - Resetar Senha (21 chamados)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Colaborador não se lembra da senha do e-mail, solicita reset da mesma.E-mail: manutencao.jardins@yuna.com.br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Suporte - Redes - Active Directory - Usuário / Grupo - Desativar (20 chamados)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Efetuar cancelamento de e-mail, login de rede e de sistema da colaboradora Debora de equipe do departamento comercial, a mesma foi desligada da empresa.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Descrições completas (clique para abrir)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Suporte - Field - Visita Periódica - Visitar (133 chamados)</a:t>
            </a:r>
          </a:p>
          <a:p>
            <a:pPr/>
            <a:r>
              <a:t>Suporte - Sistemas - Sistema Específico - Cadastrar (96 chamados)</a:t>
            </a:r>
          </a:p>
          <a:p>
            <a:pPr/>
            <a:r>
              <a:t>Suporte - Hardware - Impressora - Manutenção (67 chamados)</a:t>
            </a:r>
          </a:p>
          <a:p>
            <a:pPr/>
            <a:r>
              <a:t>Suporte - Sistemas - Spincare - Configurar (44 chamados)</a:t>
            </a:r>
          </a:p>
          <a:p>
            <a:pPr/>
            <a:r>
              <a:t>Suporte - Hardware - Impressora - Erro (38 chamados)</a:t>
            </a:r>
          </a:p>
          <a:p>
            <a:pPr/>
            <a:r>
              <a:t>Suporte - Comercial - Orçamento - Orçar (30 chamados)</a:t>
            </a:r>
          </a:p>
          <a:p>
            <a:pPr/>
            <a:r>
              <a:t>Suporte - Cloud - Câmeras - Verificar (26 chamados)</a:t>
            </a:r>
          </a:p>
          <a:p>
            <a:pPr/>
            <a:r>
              <a:t>Suporte - Hardware - Impressora - Suprimento - Cartucho - Solicitar (23 chamados)</a:t>
            </a:r>
          </a:p>
          <a:p>
            <a:pPr/>
            <a:r>
              <a:t>Suporte - E-mail - Conta de E-mail - Resetar Senha (21 chamados)</a:t>
            </a:r>
          </a:p>
          <a:p>
            <a:pPr/>
            <a:r>
              <a:t>Suporte - Redes - Active Directory - Usuário / Grupo - Desativar (20 chamados)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Formas de atendimento (Top 6)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64592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Operadores (Top 6 por volume)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64592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Status dos chamados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64592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Status e SLA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Taxa de resolução: 99.7% ( 934 de 937 )</a:t>
            </a:r>
          </a:p>
          <a:p>
            <a:pPr/>
            <a:r>
              <a:t>Média de tempo de resolução: 10.3 h | Mediana: 0.0 h</a:t>
            </a:r>
          </a:p>
          <a:p>
            <a:pPr/>
            <a:r>
              <a:t>Chamados cancelados representam menos de 1% do total</a:t>
            </a:r>
          </a:p>
          <a:p>
            <a:pPr/>
            <a:r>
              <a:t>Tendência: maioria concluída no mesmo dia (mediana 0h)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passos sugeridos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Criar playbooks rápidos para os 5 assuntos mais recorrentes</a:t>
            </a:r>
          </a:p>
          <a:p>
            <a:pPr/>
            <a:r>
              <a:t>Reforçar checklists em clientes com maior volume (Top 5)</a:t>
            </a:r>
          </a:p>
          <a:p>
            <a:pPr/>
            <a:r>
              <a:t>Ajustar SLAs por canal de atendimento com base na agilidade observada</a:t>
            </a:r>
          </a:p>
          <a:p>
            <a:pPr/>
            <a:r>
              <a:t>Planejar capacidade para meses de pico e reforçar resposta no mesmo 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